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800" r:id="rId1"/>
  </p:sldMasterIdLst>
  <p:notesMasterIdLst>
    <p:notesMasterId r:id="rId5"/>
  </p:notesMasterIdLst>
  <p:sldIdLst>
    <p:sldId id="256" r:id="rId2"/>
    <p:sldId id="257" r:id="rId3"/>
    <p:sldId id="258" r:id="rId4"/>
  </p:sldIdLst>
  <p:sldSz cx="14630400" cy="8229600"/>
  <p:notesSz cx="8229600" cy="14630400"/>
  <p:embeddedFontLst>
    <p:embeddedFont>
      <p:font typeface="Century Gothic" panose="020B0502020202020204" pitchFamily="34" charset="0"/>
      <p:regular r:id="rId6"/>
      <p:bold r:id="rId7"/>
      <p:italic r:id="rId8"/>
      <p:boldItalic r:id="rId9"/>
    </p:embeddedFont>
    <p:embeddedFont>
      <p:font typeface="Prata" panose="020B0604020202020204" charset="0"/>
      <p:regular r:id="rId10"/>
    </p:embeddedFont>
    <p:embeddedFont>
      <p:font typeface="Raleway" pitchFamily="2" charset="0"/>
      <p:regular r:id="rId11"/>
      <p:bold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03" d="100"/>
          <a:sy n="103" d="100"/>
        </p:scale>
        <p:origin x="100"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theme" Target="theme/theme1.xml"/><Relationship Id="rId10"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38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01215" y="731521"/>
            <a:ext cx="10411466" cy="3840480"/>
          </a:xfrm>
        </p:spPr>
        <p:txBody>
          <a:bodyPr anchor="b">
            <a:normAutofit/>
          </a:bodyPr>
          <a:lstStyle>
            <a:lvl1pPr algn="ctr">
              <a:defRPr sz="576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2101215" y="4663440"/>
            <a:ext cx="10411466" cy="2286000"/>
          </a:xfrm>
        </p:spPr>
        <p:txBody>
          <a:bodyPr anchor="t">
            <a:normAutofit/>
          </a:bodyPr>
          <a:lstStyle>
            <a:lvl1pPr marL="0" indent="0" algn="ctr">
              <a:buNone/>
              <a:defRPr sz="2520">
                <a:gradFill flip="none" rotWithShape="1">
                  <a:gsLst>
                    <a:gs pos="0">
                      <a:schemeClr val="tx1"/>
                    </a:gs>
                    <a:gs pos="100000">
                      <a:schemeClr val="tx1">
                        <a:lumMod val="75000"/>
                      </a:schemeClr>
                    </a:gs>
                  </a:gsLst>
                  <a:lin ang="5400000" scaled="0"/>
                  <a:tileRect/>
                </a:gra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116E3C-BA4D-4E80-A237-F2896B471F41}" type="datetime1">
              <a:rPr lang="en-US" smtClean="0"/>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618179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D201CD-1B4E-4A46-82AF-824D1E2B50AA}" type="datetime1">
              <a:rPr lang="en-US" smtClean="0"/>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11814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01216" y="3970297"/>
            <a:ext cx="10424160" cy="1762560"/>
          </a:xfrm>
        </p:spPr>
        <p:txBody>
          <a:bodyPr anchor="b"/>
          <a:lstStyle>
            <a:lvl1pPr algn="r">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2101214" y="5732857"/>
            <a:ext cx="10424161" cy="1032480"/>
          </a:xfrm>
        </p:spPr>
        <p:txBody>
          <a:bodyPr anchor="t">
            <a:normAutofit/>
          </a:bodyPr>
          <a:lstStyle>
            <a:lvl1pPr marL="0" indent="0" algn="r">
              <a:buNone/>
              <a:defRPr sz="2400">
                <a:gradFill flip="none" rotWithShape="1">
                  <a:gsLst>
                    <a:gs pos="0">
                      <a:schemeClr val="tx1"/>
                    </a:gs>
                    <a:gs pos="100000">
                      <a:schemeClr val="tx1">
                        <a:lumMod val="75000"/>
                      </a:schemeClr>
                    </a:gs>
                  </a:gsLst>
                  <a:lin ang="5400000" scaled="0"/>
                  <a:tileRect/>
                </a:gra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1DD8921-5E37-4B98-B45F-7C1FA9E20B18}" type="datetime1">
              <a:rPr lang="en-US" smtClean="0"/>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01662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69694" y="3200400"/>
            <a:ext cx="5852160" cy="3749041"/>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4734" y="3200400"/>
            <a:ext cx="5852160" cy="3749040"/>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11058A-0213-4C5C-A7AF-3F25D0CDAEB6}" type="datetime1">
              <a:rPr lang="en-US" smtClean="0"/>
              <a:t>12/9/2025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686518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15137" y="3190240"/>
            <a:ext cx="5506717" cy="691514"/>
          </a:xfrm>
        </p:spPr>
        <p:txBody>
          <a:bodyPr anchor="b">
            <a:no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Edit Master text styles</a:t>
            </a:r>
          </a:p>
        </p:txBody>
      </p:sp>
      <p:sp>
        <p:nvSpPr>
          <p:cNvPr id="4" name="Content Placeholder 3"/>
          <p:cNvSpPr>
            <a:spLocks noGrp="1"/>
          </p:cNvSpPr>
          <p:nvPr>
            <p:ph sz="half" idx="2"/>
          </p:nvPr>
        </p:nvSpPr>
        <p:spPr>
          <a:xfrm>
            <a:off x="1369694" y="3891915"/>
            <a:ext cx="5852160" cy="3057524"/>
          </a:xfrm>
        </p:spPr>
        <p:txBody>
          <a:bodyPr anchor="t">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731760" y="3200400"/>
            <a:ext cx="5525136" cy="691514"/>
          </a:xfrm>
        </p:spPr>
        <p:txBody>
          <a:bodyPr anchor="b">
            <a:no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Edit Master text styles</a:t>
            </a:r>
          </a:p>
        </p:txBody>
      </p:sp>
      <p:sp>
        <p:nvSpPr>
          <p:cNvPr id="6" name="Content Placeholder 5"/>
          <p:cNvSpPr>
            <a:spLocks noGrp="1"/>
          </p:cNvSpPr>
          <p:nvPr>
            <p:ph sz="quarter" idx="4"/>
          </p:nvPr>
        </p:nvSpPr>
        <p:spPr>
          <a:xfrm>
            <a:off x="7404735" y="3891915"/>
            <a:ext cx="5852161" cy="3057524"/>
          </a:xfrm>
        </p:spPr>
        <p:txBody>
          <a:bodyPr anchor="t">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B5C25E-8C79-4666-AAFC-6F22BF9B2948}" type="datetime1">
              <a:rPr lang="en-US" smtClean="0"/>
              <a:t>12/9/2025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98838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6A6AE1-3ADE-4DD2-A480-8977EA711DA2}" type="datetime1">
              <a:rPr lang="en-US" smtClean="0"/>
              <a:t>12/9/2025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34201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4400C2-A245-489D-B956-B4A0DCC40E19}" type="datetime1">
              <a:rPr lang="en-US" smtClean="0"/>
              <a:t>12/9/2025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338205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69694" y="1920240"/>
            <a:ext cx="4258945" cy="1645920"/>
          </a:xfrm>
        </p:spPr>
        <p:txBody>
          <a:bodyPr anchor="b">
            <a:normAutofit/>
          </a:bodyPr>
          <a:lstStyle>
            <a:lvl1pPr algn="l">
              <a:defRPr sz="2880" b="0"/>
            </a:lvl1pPr>
          </a:lstStyle>
          <a:p>
            <a:r>
              <a:rPr lang="en-US"/>
              <a:t>Click to edit Master title style</a:t>
            </a:r>
            <a:endParaRPr lang="en-US" dirty="0"/>
          </a:p>
        </p:txBody>
      </p:sp>
      <p:sp>
        <p:nvSpPr>
          <p:cNvPr id="3" name="Content Placeholder 2"/>
          <p:cNvSpPr>
            <a:spLocks noGrp="1"/>
          </p:cNvSpPr>
          <p:nvPr>
            <p:ph idx="1"/>
          </p:nvPr>
        </p:nvSpPr>
        <p:spPr>
          <a:xfrm>
            <a:off x="6124575" y="731521"/>
            <a:ext cx="7132321" cy="6217920"/>
          </a:xfrm>
        </p:spPr>
        <p:txBody>
          <a:bodyPr anchor="ctr">
            <a:normAutofit/>
          </a:bodyPr>
          <a:lstStyle>
            <a:lvl1pPr>
              <a:defRPr sz="2400"/>
            </a:lvl1pPr>
            <a:lvl2pPr>
              <a:defRPr sz="2160"/>
            </a:lvl2pPr>
            <a:lvl3pPr>
              <a:defRPr sz="1920"/>
            </a:lvl3pPr>
            <a:lvl4pPr>
              <a:defRPr sz="1680"/>
            </a:lvl4pPr>
            <a:lvl5pPr>
              <a:defRPr sz="1680"/>
            </a:lvl5pPr>
            <a:lvl6pPr>
              <a:defRPr sz="1680"/>
            </a:lvl6pPr>
            <a:lvl7pPr>
              <a:defRPr sz="1680"/>
            </a:lvl7pPr>
            <a:lvl8pPr>
              <a:defRPr sz="1680"/>
            </a:lvl8pPr>
            <a:lvl9pPr>
              <a:defRPr sz="168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69694" y="3566160"/>
            <a:ext cx="4258945" cy="2194560"/>
          </a:xfrm>
        </p:spPr>
        <p:txBody>
          <a:bodyPr>
            <a:normAutofit/>
          </a:bodyPr>
          <a:lstStyle>
            <a:lvl1pPr marL="0" indent="0">
              <a:buNone/>
              <a:defRPr sz="192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Edit Master text styles</a:t>
            </a:r>
          </a:p>
        </p:txBody>
      </p:sp>
      <p:sp>
        <p:nvSpPr>
          <p:cNvPr id="5" name="Date Placeholder 4"/>
          <p:cNvSpPr>
            <a:spLocks noGrp="1"/>
          </p:cNvSpPr>
          <p:nvPr>
            <p:ph type="dt" sz="half" idx="10"/>
          </p:nvPr>
        </p:nvSpPr>
        <p:spPr/>
        <p:txBody>
          <a:bodyPr/>
          <a:lstStyle/>
          <a:p>
            <a:fld id="{30A93C6D-FE27-4862-B299-0489F1E5E6C9}" type="datetime1">
              <a:rPr lang="en-US" smtClean="0"/>
              <a:t>12/9/2025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65386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69694" y="1920240"/>
            <a:ext cx="6400801" cy="1645920"/>
          </a:xfrm>
        </p:spPr>
        <p:txBody>
          <a:bodyPr anchor="b">
            <a:normAutofit/>
          </a:bodyPr>
          <a:lstStyle>
            <a:lvl1pPr algn="l">
              <a:defRPr sz="336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8920480" y="-21946"/>
            <a:ext cx="3931919" cy="8284464"/>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1369694" y="3566160"/>
            <a:ext cx="6400801" cy="2194560"/>
          </a:xfrm>
        </p:spPr>
        <p:txBody>
          <a:bodyPr>
            <a:normAutofit/>
          </a:bodyPr>
          <a:lstStyle>
            <a:lvl1pPr marL="0" indent="0">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Edit Master text styles</a:t>
            </a:r>
          </a:p>
        </p:txBody>
      </p:sp>
      <p:sp>
        <p:nvSpPr>
          <p:cNvPr id="5" name="Date Placeholder 4"/>
          <p:cNvSpPr>
            <a:spLocks noGrp="1"/>
          </p:cNvSpPr>
          <p:nvPr>
            <p:ph type="dt" sz="half" idx="10"/>
          </p:nvPr>
        </p:nvSpPr>
        <p:spPr>
          <a:xfrm>
            <a:off x="7679054" y="7059931"/>
            <a:ext cx="1097280" cy="438150"/>
          </a:xfrm>
        </p:spPr>
        <p:txBody>
          <a:bodyPr/>
          <a:lstStyle/>
          <a:p>
            <a:fld id="{3CDDAB42-1D6D-4A07-9954-6391465BD8B6}" type="datetime1">
              <a:rPr lang="en-US" smtClean="0"/>
              <a:t>12/9/2025</a:t>
            </a:fld>
            <a:endParaRPr lang="en-US" dirty="0"/>
          </a:p>
        </p:txBody>
      </p:sp>
      <p:sp>
        <p:nvSpPr>
          <p:cNvPr id="6" name="Footer Placeholder 5"/>
          <p:cNvSpPr>
            <a:spLocks noGrp="1"/>
          </p:cNvSpPr>
          <p:nvPr>
            <p:ph type="ftr" sz="quarter" idx="11"/>
          </p:nvPr>
        </p:nvSpPr>
        <p:spPr>
          <a:xfrm>
            <a:off x="1369694" y="7059931"/>
            <a:ext cx="6126480" cy="438150"/>
          </a:xfrm>
        </p:spPr>
        <p:txBody>
          <a:bodyPr/>
          <a:lstStyle/>
          <a:p>
            <a:endParaRPr lang="en-US" dirty="0"/>
          </a:p>
        </p:txBody>
      </p:sp>
      <p:sp>
        <p:nvSpPr>
          <p:cNvPr id="7" name="Slide Number Placeholder 6"/>
          <p:cNvSpPr>
            <a:spLocks noGrp="1"/>
          </p:cNvSpPr>
          <p:nvPr>
            <p:ph type="sldNum" sz="quarter" idx="12"/>
          </p:nvPr>
        </p:nvSpPr>
        <p:spPr>
          <a:xfrm>
            <a:off x="12891135" y="7059931"/>
            <a:ext cx="387080" cy="438150"/>
          </a:xfr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076326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69696" y="5679438"/>
            <a:ext cx="11887200"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75534" y="1118535"/>
            <a:ext cx="9871133" cy="3797971"/>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1369696" y="6359524"/>
            <a:ext cx="11887200" cy="592454"/>
          </a:xfrm>
        </p:spPr>
        <p:txBody>
          <a:bodyPr>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Edit Master text styles</a:t>
            </a:r>
          </a:p>
        </p:txBody>
      </p:sp>
      <p:sp>
        <p:nvSpPr>
          <p:cNvPr id="5" name="Date Placeholder 4"/>
          <p:cNvSpPr>
            <a:spLocks noGrp="1"/>
          </p:cNvSpPr>
          <p:nvPr>
            <p:ph type="dt" sz="half" idx="10"/>
          </p:nvPr>
        </p:nvSpPr>
        <p:spPr/>
        <p:txBody>
          <a:bodyPr/>
          <a:lstStyle/>
          <a:p>
            <a:fld id="{355A4C8A-C047-4109-BB17-B9E4407ACC7B}" type="datetime1">
              <a:rPr lang="en-US" smtClean="0"/>
              <a:t>12/9/2025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08450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69695" y="731522"/>
            <a:ext cx="11887199" cy="3749039"/>
          </a:xfrm>
        </p:spPr>
        <p:txBody>
          <a:bodyPr anchor="ctr">
            <a:normAutofit/>
          </a:bodyPr>
          <a:lstStyle>
            <a:lvl1pPr algn="l">
              <a:defRPr sz="3840" b="0" cap="all"/>
            </a:lvl1pPr>
          </a:lstStyle>
          <a:p>
            <a:r>
              <a:rPr lang="en-US"/>
              <a:t>Click to edit Master title style</a:t>
            </a:r>
            <a:endParaRPr lang="en-US" dirty="0"/>
          </a:p>
        </p:txBody>
      </p:sp>
      <p:sp>
        <p:nvSpPr>
          <p:cNvPr id="3" name="Text Placeholder 2"/>
          <p:cNvSpPr>
            <a:spLocks noGrp="1"/>
          </p:cNvSpPr>
          <p:nvPr>
            <p:ph type="body" idx="1"/>
          </p:nvPr>
        </p:nvSpPr>
        <p:spPr>
          <a:xfrm>
            <a:off x="1369693" y="5212080"/>
            <a:ext cx="11887200" cy="1737360"/>
          </a:xfrm>
        </p:spPr>
        <p:txBody>
          <a:bodyPr anchor="ctr">
            <a:normAutofit/>
          </a:bodyPr>
          <a:lstStyle>
            <a:lvl1pPr marL="0" indent="0" algn="l">
              <a:buNone/>
              <a:defRPr sz="2400">
                <a:gradFill flip="none" rotWithShape="1">
                  <a:gsLst>
                    <a:gs pos="0">
                      <a:schemeClr val="tx1"/>
                    </a:gs>
                    <a:gs pos="100000">
                      <a:schemeClr val="tx1">
                        <a:lumMod val="75000"/>
                      </a:schemeClr>
                    </a:gs>
                  </a:gsLst>
                  <a:lin ang="5400000" scaled="0"/>
                  <a:tileRect/>
                </a:gra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3E4627-6F69-4896-95A3-D3DF47B789E1}" type="datetime1">
              <a:rPr lang="en-US" smtClean="0"/>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82274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003934" y="944189"/>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9600" dirty="0">
                <a:solidFill>
                  <a:schemeClr val="accent1"/>
                </a:solidFill>
              </a:rPr>
              <a:t>“</a:t>
            </a:r>
          </a:p>
        </p:txBody>
      </p:sp>
      <p:sp>
        <p:nvSpPr>
          <p:cNvPr id="15" name="TextBox 14"/>
          <p:cNvSpPr txBox="1"/>
          <p:nvPr/>
        </p:nvSpPr>
        <p:spPr>
          <a:xfrm>
            <a:off x="12525374" y="3291840"/>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accent1"/>
                </a:solidFill>
              </a:rPr>
              <a:t>”</a:t>
            </a:r>
          </a:p>
        </p:txBody>
      </p:sp>
      <p:sp>
        <p:nvSpPr>
          <p:cNvPr id="2" name="Title 1"/>
          <p:cNvSpPr>
            <a:spLocks noGrp="1"/>
          </p:cNvSpPr>
          <p:nvPr>
            <p:ph type="title"/>
          </p:nvPr>
        </p:nvSpPr>
        <p:spPr>
          <a:xfrm>
            <a:off x="1735455" y="731522"/>
            <a:ext cx="11155678" cy="3291839"/>
          </a:xfrm>
        </p:spPr>
        <p:txBody>
          <a:bodyPr anchor="ctr">
            <a:normAutofit/>
          </a:bodyPr>
          <a:lstStyle>
            <a:lvl1pPr algn="l">
              <a:defRPr sz="384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009775" y="4023360"/>
            <a:ext cx="10607042" cy="457200"/>
          </a:xfrm>
        </p:spPr>
        <p:txBody>
          <a:bodyPr anchor="ctr"/>
          <a:lstStyle>
            <a:lvl1pPr marL="0" indent="0">
              <a:buFontTx/>
              <a:buNone/>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Edit Master text styles</a:t>
            </a:r>
          </a:p>
        </p:txBody>
      </p:sp>
      <p:sp>
        <p:nvSpPr>
          <p:cNvPr id="3" name="Text Placeholder 2"/>
          <p:cNvSpPr>
            <a:spLocks noGrp="1"/>
          </p:cNvSpPr>
          <p:nvPr>
            <p:ph type="body" idx="1"/>
          </p:nvPr>
        </p:nvSpPr>
        <p:spPr>
          <a:xfrm>
            <a:off x="1369693" y="5212080"/>
            <a:ext cx="11887200" cy="1737360"/>
          </a:xfrm>
        </p:spPr>
        <p:txBody>
          <a:bodyPr vert="horz" lIns="91440" tIns="45720" rIns="91440" bIns="45720" rtlCol="0" anchor="ctr">
            <a:normAutofit/>
          </a:bodyPr>
          <a:lstStyle>
            <a:lvl1pPr>
              <a:buNone/>
              <a:defRPr lang="en-US" sz="2400">
                <a:gradFill flip="none" rotWithShape="1">
                  <a:gsLst>
                    <a:gs pos="0">
                      <a:schemeClr val="tx1"/>
                    </a:gs>
                    <a:gs pos="100000">
                      <a:schemeClr val="tx1">
                        <a:lumMod val="75000"/>
                      </a:schemeClr>
                    </a:gs>
                  </a:gsLst>
                  <a:lin ang="5400000" scaled="0"/>
                  <a:tileRect/>
                </a:gradFill>
              </a:defRPr>
            </a:lvl1pPr>
          </a:lstStyle>
          <a:p>
            <a:pPr marL="0" lvl="0" indent="0">
              <a:buNone/>
            </a:pPr>
            <a:r>
              <a:rPr lang="en-US"/>
              <a:t>Edit Master text styles</a:t>
            </a:r>
          </a:p>
        </p:txBody>
      </p:sp>
      <p:sp>
        <p:nvSpPr>
          <p:cNvPr id="4" name="Date Placeholder 3"/>
          <p:cNvSpPr>
            <a:spLocks noGrp="1"/>
          </p:cNvSpPr>
          <p:nvPr>
            <p:ph type="dt" sz="half" idx="10"/>
          </p:nvPr>
        </p:nvSpPr>
        <p:spPr/>
        <p:txBody>
          <a:bodyPr/>
          <a:lstStyle/>
          <a:p>
            <a:fld id="{F2A6FB11-9714-48C8-892F-4086E88583F6}" type="datetime1">
              <a:rPr lang="en-US" smtClean="0"/>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9482952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369694" y="3970297"/>
            <a:ext cx="11887200" cy="1762560"/>
          </a:xfrm>
        </p:spPr>
        <p:txBody>
          <a:bodyPr anchor="b">
            <a:normAutofit/>
          </a:bodyPr>
          <a:lstStyle>
            <a:lvl1pPr algn="l">
              <a:defRPr sz="3840" b="0" cap="all"/>
            </a:lvl1pPr>
          </a:lstStyle>
          <a:p>
            <a:r>
              <a:rPr lang="en-US"/>
              <a:t>Click to edit Master title style</a:t>
            </a:r>
            <a:endParaRPr lang="en-US" dirty="0"/>
          </a:p>
        </p:txBody>
      </p:sp>
      <p:sp>
        <p:nvSpPr>
          <p:cNvPr id="3" name="Text Placeholder 2"/>
          <p:cNvSpPr>
            <a:spLocks noGrp="1"/>
          </p:cNvSpPr>
          <p:nvPr>
            <p:ph type="body" idx="1"/>
          </p:nvPr>
        </p:nvSpPr>
        <p:spPr>
          <a:xfrm>
            <a:off x="1369693" y="5732857"/>
            <a:ext cx="11887201" cy="1032480"/>
          </a:xfrm>
        </p:spPr>
        <p:txBody>
          <a:bodyPr vert="horz" lIns="91440" tIns="45720" rIns="91440" bIns="45720" rtlCol="0" anchor="t">
            <a:normAutofit/>
          </a:bodyPr>
          <a:lstStyle>
            <a:lvl1pPr>
              <a:defRPr lang="en-US" sz="2400">
                <a:gradFill flip="none" rotWithShape="1">
                  <a:gsLst>
                    <a:gs pos="0">
                      <a:schemeClr val="tx1"/>
                    </a:gs>
                    <a:gs pos="100000">
                      <a:schemeClr val="tx1">
                        <a:lumMod val="75000"/>
                      </a:schemeClr>
                    </a:gs>
                  </a:gsLst>
                  <a:lin ang="5400000" scaled="0"/>
                  <a:tileRect/>
                </a:gradFill>
              </a:defRPr>
            </a:lvl1pPr>
          </a:lstStyle>
          <a:p>
            <a:pPr marL="0" lvl="0" indent="0">
              <a:buNone/>
            </a:pPr>
            <a:r>
              <a:rPr lang="en-US"/>
              <a:t>Edit Master text styles</a:t>
            </a:r>
          </a:p>
        </p:txBody>
      </p:sp>
      <p:sp>
        <p:nvSpPr>
          <p:cNvPr id="4" name="Date Placeholder 3"/>
          <p:cNvSpPr>
            <a:spLocks noGrp="1"/>
          </p:cNvSpPr>
          <p:nvPr>
            <p:ph type="dt" sz="half" idx="10"/>
          </p:nvPr>
        </p:nvSpPr>
        <p:spPr/>
        <p:txBody>
          <a:bodyPr/>
          <a:lstStyle/>
          <a:p>
            <a:fld id="{6144AA69-53A1-4405-8723-E41B647BDC56}" type="datetime1">
              <a:rPr lang="en-US" smtClean="0"/>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264910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003934" y="944189"/>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9600" dirty="0">
                <a:solidFill>
                  <a:schemeClr val="accent1"/>
                </a:solidFill>
              </a:rPr>
              <a:t>“</a:t>
            </a:r>
          </a:p>
        </p:txBody>
      </p:sp>
      <p:sp>
        <p:nvSpPr>
          <p:cNvPr id="15" name="TextBox 14"/>
          <p:cNvSpPr txBox="1"/>
          <p:nvPr/>
        </p:nvSpPr>
        <p:spPr>
          <a:xfrm>
            <a:off x="12525374" y="3291840"/>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accent1"/>
                </a:solidFill>
              </a:rPr>
              <a:t>”</a:t>
            </a:r>
          </a:p>
        </p:txBody>
      </p:sp>
      <p:sp>
        <p:nvSpPr>
          <p:cNvPr id="2" name="Title 1"/>
          <p:cNvSpPr>
            <a:spLocks noGrp="1"/>
          </p:cNvSpPr>
          <p:nvPr>
            <p:ph type="title"/>
          </p:nvPr>
        </p:nvSpPr>
        <p:spPr>
          <a:xfrm>
            <a:off x="1735455" y="731522"/>
            <a:ext cx="11155678" cy="3291839"/>
          </a:xfrm>
        </p:spPr>
        <p:txBody>
          <a:bodyPr anchor="ctr">
            <a:normAutofit/>
          </a:bodyPr>
          <a:lstStyle>
            <a:lvl1pPr algn="l">
              <a:defRPr sz="384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369694" y="4663440"/>
            <a:ext cx="11887200" cy="1066800"/>
          </a:xfrm>
        </p:spPr>
        <p:txBody>
          <a:bodyPr vert="horz" lIns="91440" tIns="45720" rIns="91440" bIns="45720" rtlCol="0" anchor="b">
            <a:normAutofit/>
          </a:bodyPr>
          <a:lstStyle>
            <a:lvl1pPr>
              <a:buNone/>
              <a:defRPr lang="en-US" sz="288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369693" y="5730240"/>
            <a:ext cx="11887200" cy="1219200"/>
          </a:xfrm>
        </p:spPr>
        <p:txBody>
          <a:bodyPr anchor="t">
            <a:normAutofit/>
          </a:bodyPr>
          <a:lstStyle>
            <a:lvl1pPr marL="0" indent="0" algn="l">
              <a:buNone/>
              <a:defRPr sz="2160">
                <a:gradFill flip="none" rotWithShape="1">
                  <a:gsLst>
                    <a:gs pos="0">
                      <a:schemeClr val="tx1"/>
                    </a:gs>
                    <a:gs pos="100000">
                      <a:schemeClr val="tx1">
                        <a:lumMod val="75000"/>
                      </a:schemeClr>
                    </a:gs>
                  </a:gsLst>
                  <a:lin ang="5400000" scaled="0"/>
                  <a:tileRect/>
                </a:gra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972FC40-4DC6-4FB1-858D-BF15E3F1423A}" type="datetime1">
              <a:rPr lang="en-US" smtClean="0"/>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821798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369695" y="731522"/>
            <a:ext cx="11887199" cy="329183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369694" y="4206240"/>
            <a:ext cx="11887200" cy="1005840"/>
          </a:xfrm>
        </p:spPr>
        <p:txBody>
          <a:bodyPr vert="horz" lIns="91440" tIns="45720" rIns="91440" bIns="45720" rtlCol="0" anchor="b">
            <a:normAutofit/>
          </a:bodyPr>
          <a:lstStyle>
            <a:lvl1pPr>
              <a:buNone/>
              <a:defRPr lang="en-US" sz="336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369693" y="5212080"/>
            <a:ext cx="11887200" cy="1737360"/>
          </a:xfrm>
        </p:spPr>
        <p:txBody>
          <a:bodyPr anchor="t">
            <a:normAutofit/>
          </a:bodyPr>
          <a:lstStyle>
            <a:lvl1pPr marL="0" indent="0" algn="l">
              <a:buNone/>
              <a:defRPr sz="2160">
                <a:gradFill flip="none" rotWithShape="1">
                  <a:gsLst>
                    <a:gs pos="0">
                      <a:schemeClr val="tx1"/>
                    </a:gs>
                    <a:gs pos="100000">
                      <a:schemeClr val="tx1">
                        <a:lumMod val="75000"/>
                      </a:schemeClr>
                    </a:gs>
                  </a:gsLst>
                  <a:lin ang="5400000" scaled="0"/>
                  <a:tileRect/>
                </a:gra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96CB604-ACA4-43C4-A89A-C779AC479748}" type="datetime1">
              <a:rPr lang="en-US" smtClean="0"/>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65480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369695" y="731520"/>
            <a:ext cx="11887198" cy="2286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CDBE7-66B6-4A69-A73C-93B84732280F}" type="datetime1">
              <a:rPr lang="en-US" smtClean="0"/>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063611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04278" y="731520"/>
            <a:ext cx="2652617" cy="62179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69694" y="731520"/>
            <a:ext cx="9052560" cy="621792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E9FBF7-5E89-4145-8F03-38B3BBA28468}" type="datetime1">
              <a:rPr lang="en-US" smtClean="0"/>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811133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60642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8103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69695" y="731520"/>
            <a:ext cx="11887198" cy="2286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69695" y="3200400"/>
            <a:ext cx="11887198" cy="374904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05134" y="7059931"/>
            <a:ext cx="1920240" cy="438150"/>
          </a:xfrm>
          <a:prstGeom prst="rect">
            <a:avLst/>
          </a:prstGeom>
        </p:spPr>
        <p:txBody>
          <a:bodyPr vert="horz" lIns="91440" tIns="45720" rIns="91440" bIns="45720" rtlCol="0" anchor="ctr"/>
          <a:lstStyle>
            <a:lvl1pPr algn="r">
              <a:defRPr sz="1080" b="1" i="0">
                <a:solidFill>
                  <a:schemeClr val="tx1">
                    <a:lumMod val="75000"/>
                  </a:schemeClr>
                </a:solidFill>
                <a:effectLst>
                  <a:outerShdw blurRad="50800" dist="38100" dir="2700000" algn="tl" rotWithShape="0">
                    <a:srgbClr val="000000">
                      <a:alpha val="43000"/>
                    </a:srgbClr>
                  </a:outerShdw>
                </a:effectLst>
                <a:latin typeface="+mn-lt"/>
              </a:defRPr>
            </a:lvl1pPr>
          </a:lstStyle>
          <a:p>
            <a:fld id="{728A10E2-5A17-4896-8DCD-465870539B55}" type="datetime1">
              <a:rPr lang="en-US" smtClean="0"/>
              <a:t>12/9/2025</a:t>
            </a:fld>
            <a:endParaRPr lang="en-US" dirty="0"/>
          </a:p>
        </p:txBody>
      </p:sp>
      <p:sp>
        <p:nvSpPr>
          <p:cNvPr id="5" name="Footer Placeholder 4"/>
          <p:cNvSpPr>
            <a:spLocks noGrp="1"/>
          </p:cNvSpPr>
          <p:nvPr>
            <p:ph type="ftr" sz="quarter" idx="3"/>
          </p:nvPr>
        </p:nvSpPr>
        <p:spPr>
          <a:xfrm>
            <a:off x="1369694" y="7059931"/>
            <a:ext cx="9052560" cy="438150"/>
          </a:xfrm>
          <a:prstGeom prst="rect">
            <a:avLst/>
          </a:prstGeom>
        </p:spPr>
        <p:txBody>
          <a:bodyPr vert="horz" lIns="91440" tIns="45720" rIns="91440" bIns="45720" rtlCol="0" anchor="ctr"/>
          <a:lstStyle>
            <a:lvl1pPr algn="l">
              <a:defRPr sz="108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2616815" y="7059931"/>
            <a:ext cx="661400" cy="438150"/>
          </a:xfrm>
          <a:prstGeom prst="rect">
            <a:avLst/>
          </a:prstGeom>
        </p:spPr>
        <p:txBody>
          <a:bodyPr vert="horz" lIns="91440" tIns="45720" rIns="91440" bIns="45720" rtlCol="0" anchor="ctr"/>
          <a:lstStyle>
            <a:lvl1pPr algn="r">
              <a:defRPr sz="108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1784841248"/>
      </p:ext>
    </p:extLst>
  </p:cSld>
  <p:clrMap bg1="dk1" tx1="lt1" bg2="dk2" tx2="lt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 id="2147483812" r:id="rId12"/>
    <p:sldLayoutId id="2147483813" r:id="rId13"/>
    <p:sldLayoutId id="2147483814" r:id="rId14"/>
    <p:sldLayoutId id="2147483815" r:id="rId15"/>
    <p:sldLayoutId id="2147483816" r:id="rId16"/>
    <p:sldLayoutId id="2147483817" r:id="rId17"/>
    <p:sldLayoutId id="2147483818" r:id="rId18"/>
    <p:sldLayoutId id="2147483819" r:id="rId19"/>
  </p:sldLayoutIdLst>
  <p:hf hdr="0"/>
  <p:txStyles>
    <p:titleStyle>
      <a:lvl1pPr algn="l" defTabSz="548640" rtl="0" eaLnBrk="1" latinLnBrk="0" hangingPunct="1">
        <a:spcBef>
          <a:spcPct val="0"/>
        </a:spcBef>
        <a:buNone/>
        <a:defRPr sz="384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548640" rtl="0" eaLnBrk="1" latinLnBrk="0" hangingPunct="1">
        <a:spcBef>
          <a:spcPct val="20000"/>
        </a:spcBef>
        <a:spcAft>
          <a:spcPts val="720"/>
        </a:spcAft>
        <a:buClr>
          <a:schemeClr val="tx1"/>
        </a:buClr>
        <a:buSzPct val="100000"/>
        <a:buFont typeface="Arial"/>
        <a:buChar char="•"/>
        <a:defRPr sz="2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891540" indent="-342900" algn="l" defTabSz="548640" rtl="0" eaLnBrk="1" latinLnBrk="0" hangingPunct="1">
        <a:spcBef>
          <a:spcPct val="20000"/>
        </a:spcBef>
        <a:spcAft>
          <a:spcPts val="720"/>
        </a:spcAft>
        <a:buClr>
          <a:schemeClr val="tx1"/>
        </a:buClr>
        <a:buSzPct val="100000"/>
        <a:buFont typeface="Arial"/>
        <a:buChar char="•"/>
        <a:defRPr sz="216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440180" indent="-342900" algn="l" defTabSz="548640" rtl="0" eaLnBrk="1" latinLnBrk="0" hangingPunct="1">
        <a:spcBef>
          <a:spcPct val="20000"/>
        </a:spcBef>
        <a:spcAft>
          <a:spcPts val="720"/>
        </a:spcAft>
        <a:buClr>
          <a:schemeClr val="tx1"/>
        </a:buClr>
        <a:buSzPct val="100000"/>
        <a:buFont typeface="Arial"/>
        <a:buChar char="•"/>
        <a:defRPr sz="192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851660" indent="-205740" algn="l" defTabSz="548640" rtl="0" eaLnBrk="1" latinLnBrk="0" hangingPunct="1">
        <a:spcBef>
          <a:spcPct val="20000"/>
        </a:spcBef>
        <a:spcAft>
          <a:spcPts val="720"/>
        </a:spcAft>
        <a:buClr>
          <a:schemeClr val="tx1"/>
        </a:buClr>
        <a:buSzPct val="100000"/>
        <a:buFont typeface="Arial"/>
        <a:buChar char="•"/>
        <a:defRPr sz="168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400300" indent="-205740" algn="l" defTabSz="548640" rtl="0" eaLnBrk="1" latinLnBrk="0" hangingPunct="1">
        <a:spcBef>
          <a:spcPct val="20000"/>
        </a:spcBef>
        <a:spcAft>
          <a:spcPts val="720"/>
        </a:spcAft>
        <a:buClr>
          <a:schemeClr val="tx1"/>
        </a:buClr>
        <a:buSzPct val="100000"/>
        <a:buFont typeface="Arial"/>
        <a:buChar char="•"/>
        <a:defRPr sz="168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3017520" indent="-274320" algn="l" defTabSz="548640" rtl="0" eaLnBrk="1" latinLnBrk="0" hangingPunct="1">
        <a:spcBef>
          <a:spcPct val="20000"/>
        </a:spcBef>
        <a:spcAft>
          <a:spcPts val="720"/>
        </a:spcAft>
        <a:buClr>
          <a:schemeClr val="tx1"/>
        </a:buClr>
        <a:buSzPct val="100000"/>
        <a:buFont typeface="Arial"/>
        <a:buChar char="•"/>
        <a:defRPr sz="144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3566160" indent="-274320" algn="l" defTabSz="548640" rtl="0" eaLnBrk="1" latinLnBrk="0" hangingPunct="1">
        <a:spcBef>
          <a:spcPct val="20000"/>
        </a:spcBef>
        <a:spcAft>
          <a:spcPts val="720"/>
        </a:spcAft>
        <a:buClr>
          <a:schemeClr val="tx1"/>
        </a:buClr>
        <a:buSzPct val="100000"/>
        <a:buFont typeface="Arial"/>
        <a:buChar char="•"/>
        <a:defRPr sz="144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4114800" indent="-274320" algn="l" defTabSz="548640" rtl="0" eaLnBrk="1" latinLnBrk="0" hangingPunct="1">
        <a:spcBef>
          <a:spcPct val="20000"/>
        </a:spcBef>
        <a:spcAft>
          <a:spcPts val="720"/>
        </a:spcAft>
        <a:buClr>
          <a:schemeClr val="tx1"/>
        </a:buClr>
        <a:buSzPct val="100000"/>
        <a:buFont typeface="Arial"/>
        <a:buChar char="•"/>
        <a:defRPr sz="144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4663440" indent="-274320" algn="l" defTabSz="548640" rtl="0" eaLnBrk="1" latinLnBrk="0" hangingPunct="1">
        <a:spcBef>
          <a:spcPct val="20000"/>
        </a:spcBef>
        <a:spcAft>
          <a:spcPts val="720"/>
        </a:spcAft>
        <a:buClr>
          <a:schemeClr val="tx1"/>
        </a:buClr>
        <a:buSzPct val="100000"/>
        <a:buFont typeface="Arial"/>
        <a:buChar char="•"/>
        <a:defRPr sz="144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accent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365534"/>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F2E782"/>
                </a:solidFill>
                <a:latin typeface="Prata" pitchFamily="34" charset="0"/>
                <a:ea typeface="Prata" pitchFamily="34" charset="-122"/>
                <a:cs typeface="Prata" pitchFamily="34" charset="-120"/>
              </a:rPr>
              <a:t>Internship and Job Placement System</a:t>
            </a:r>
            <a:endParaRPr lang="en-US" sz="4450" dirty="0"/>
          </a:p>
        </p:txBody>
      </p:sp>
      <p:sp>
        <p:nvSpPr>
          <p:cNvPr id="4" name="Text 1"/>
          <p:cNvSpPr/>
          <p:nvPr/>
        </p:nvSpPr>
        <p:spPr>
          <a:xfrm>
            <a:off x="6280190" y="3914078"/>
            <a:ext cx="8056606" cy="2620537"/>
          </a:xfrm>
          <a:prstGeom prst="rect">
            <a:avLst/>
          </a:prstGeom>
          <a:noFill/>
          <a:ln/>
        </p:spPr>
        <p:txBody>
          <a:bodyPr wrap="square" lIns="0" tIns="0" rIns="0" bIns="0" rtlCol="0" anchor="t"/>
          <a:lstStyle/>
          <a:p>
            <a:pPr marL="0" indent="0" algn="l">
              <a:lnSpc>
                <a:spcPts val="2850"/>
              </a:lnSpc>
              <a:buNone/>
            </a:pPr>
            <a:endParaRPr lang="en-US" sz="1750" dirty="0">
              <a:solidFill>
                <a:srgbClr val="CFCBBF"/>
              </a:solidFill>
              <a:latin typeface="Raleway" pitchFamily="34" charset="0"/>
            </a:endParaRPr>
          </a:p>
          <a:p>
            <a:pPr>
              <a:lnSpc>
                <a:spcPts val="2850"/>
              </a:lnSpc>
            </a:pPr>
            <a:r>
              <a:rPr lang="en-US" dirty="0">
                <a:solidFill>
                  <a:srgbClr val="F2E782"/>
                </a:solidFill>
                <a:latin typeface="Prata" pitchFamily="34" charset="0"/>
                <a:ea typeface="Prata" pitchFamily="34" charset="-122"/>
                <a:cs typeface="Prata" pitchFamily="34" charset="-120"/>
              </a:rPr>
              <a:t>Problem Definition</a:t>
            </a:r>
            <a:endParaRPr lang="en-US" dirty="0"/>
          </a:p>
          <a:p>
            <a:pPr marL="0" indent="0" algn="l">
              <a:lnSpc>
                <a:spcPts val="2850"/>
              </a:lnSpc>
              <a:buNone/>
            </a:pPr>
            <a:endParaRPr lang="en-US" sz="1750" b="1" dirty="0">
              <a:solidFill>
                <a:srgbClr val="CFCBBF"/>
              </a:solidFill>
              <a:latin typeface="Raleway" pitchFamily="34" charset="0"/>
            </a:endParaRPr>
          </a:p>
          <a:p>
            <a:pPr marL="0" indent="0" algn="l">
              <a:lnSpc>
                <a:spcPts val="2850"/>
              </a:lnSpc>
              <a:buNone/>
            </a:pPr>
            <a:r>
              <a:rPr lang="en-US" sz="1750" dirty="0">
                <a:solidFill>
                  <a:srgbClr val="CFCBBF"/>
                </a:solidFill>
                <a:latin typeface="Raleway" pitchFamily="34" charset="0"/>
              </a:rPr>
              <a:t>Many universities struggle with managing internships and job placements due to inefficient manual processes. Companies find it hard to identify suitable candidates and students miss out opportunities due to lack of a structured system.</a:t>
            </a:r>
          </a:p>
          <a:p>
            <a:pPr algn="l">
              <a:lnSpc>
                <a:spcPts val="2850"/>
              </a:lnSpc>
            </a:pPr>
            <a:endParaRPr lang="en-US" sz="1750" dirty="0">
              <a:solidFill>
                <a:srgbClr val="CFCBBF"/>
              </a:solidFill>
              <a:latin typeface="Raleway" pitchFamily="34" charset="0"/>
            </a:endParaRPr>
          </a:p>
          <a:p>
            <a:pPr marL="0" indent="0" algn="l">
              <a:lnSpc>
                <a:spcPts val="2850"/>
              </a:lnSpc>
              <a:buNone/>
            </a:pPr>
            <a:endParaRPr lang="en-US" sz="1750" dirty="0"/>
          </a:p>
        </p:txBody>
      </p:sp>
      <p:sp>
        <p:nvSpPr>
          <p:cNvPr id="5" name="TextBox 4"/>
          <p:cNvSpPr txBox="1"/>
          <p:nvPr/>
        </p:nvSpPr>
        <p:spPr>
          <a:xfrm>
            <a:off x="6280190" y="118765"/>
            <a:ext cx="5687122" cy="2144177"/>
          </a:xfrm>
          <a:prstGeom prst="rect">
            <a:avLst/>
          </a:prstGeom>
          <a:noFill/>
        </p:spPr>
        <p:txBody>
          <a:bodyPr wrap="square" rtlCol="0">
            <a:spAutoFit/>
          </a:bodyPr>
          <a:lstStyle/>
          <a:p>
            <a:pPr>
              <a:lnSpc>
                <a:spcPts val="5550"/>
              </a:lnSpc>
            </a:pPr>
            <a:r>
              <a:rPr lang="en-US" sz="2000" dirty="0">
                <a:solidFill>
                  <a:srgbClr val="F2E782"/>
                </a:solidFill>
                <a:latin typeface="Prata" pitchFamily="34" charset="0"/>
                <a:ea typeface="Prata" pitchFamily="34" charset="-122"/>
                <a:cs typeface="Prata" pitchFamily="34" charset="-120"/>
              </a:rPr>
              <a:t>Database Development with PL/SQL </a:t>
            </a:r>
          </a:p>
          <a:p>
            <a:pPr>
              <a:lnSpc>
                <a:spcPts val="5550"/>
              </a:lnSpc>
            </a:pPr>
            <a:r>
              <a:rPr lang="en-US" sz="2000" dirty="0">
                <a:solidFill>
                  <a:srgbClr val="F2E782"/>
                </a:solidFill>
                <a:latin typeface="Prata" pitchFamily="34" charset="0"/>
                <a:ea typeface="Prata" pitchFamily="34" charset="-122"/>
                <a:cs typeface="Prata" pitchFamily="34" charset="-120"/>
              </a:rPr>
              <a:t>PLSQL_Capstone_Project by </a:t>
            </a:r>
          </a:p>
          <a:p>
            <a:pPr>
              <a:lnSpc>
                <a:spcPts val="5550"/>
              </a:lnSpc>
            </a:pPr>
            <a:r>
              <a:rPr lang="en-US" sz="2000" dirty="0">
                <a:solidFill>
                  <a:srgbClr val="F2E782"/>
                </a:solidFill>
                <a:latin typeface="Prata" pitchFamily="34" charset="0"/>
                <a:ea typeface="Prata" pitchFamily="34" charset="-122"/>
                <a:cs typeface="Prata" pitchFamily="34" charset="-120"/>
              </a:rPr>
              <a:t>Mutoni Patience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66530" y="841772"/>
            <a:ext cx="7840742" cy="708779"/>
          </a:xfrm>
          <a:prstGeom prst="rect">
            <a:avLst/>
          </a:prstGeom>
          <a:noFill/>
          <a:ln/>
        </p:spPr>
        <p:txBody>
          <a:bodyPr wrap="none" lIns="0" tIns="0" rIns="0" bIns="0" rtlCol="0" anchor="t"/>
          <a:lstStyle/>
          <a:p>
            <a:pPr marL="0" indent="0" algn="l">
              <a:lnSpc>
                <a:spcPts val="5550"/>
              </a:lnSpc>
              <a:buNone/>
            </a:pPr>
            <a:r>
              <a:rPr lang="en-US" sz="4450" dirty="0">
                <a:solidFill>
                  <a:srgbClr val="F2E782"/>
                </a:solidFill>
                <a:latin typeface="Prata" pitchFamily="34" charset="0"/>
                <a:ea typeface="Prata" pitchFamily="34" charset="-122"/>
                <a:cs typeface="Prata" pitchFamily="34" charset="-120"/>
              </a:rPr>
              <a:t>Project Objectives &amp; Context</a:t>
            </a:r>
            <a:endParaRPr lang="en-US" sz="4450" dirty="0"/>
          </a:p>
        </p:txBody>
      </p:sp>
      <p:sp>
        <p:nvSpPr>
          <p:cNvPr id="3" name="Text 1"/>
          <p:cNvSpPr/>
          <p:nvPr/>
        </p:nvSpPr>
        <p:spPr>
          <a:xfrm>
            <a:off x="793790" y="282630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2E782"/>
                </a:solidFill>
                <a:latin typeface="Prata" pitchFamily="34" charset="0"/>
                <a:ea typeface="Prata" pitchFamily="34" charset="-122"/>
                <a:cs typeface="Prata" pitchFamily="34" charset="-120"/>
              </a:rPr>
              <a:t>Summary of the Problem Definition</a:t>
            </a:r>
            <a:endParaRPr lang="en-US" sz="2200" dirty="0"/>
          </a:p>
        </p:txBody>
      </p:sp>
      <p:sp>
        <p:nvSpPr>
          <p:cNvPr id="4" name="Text 2"/>
          <p:cNvSpPr/>
          <p:nvPr/>
        </p:nvSpPr>
        <p:spPr>
          <a:xfrm>
            <a:off x="793790" y="3384709"/>
            <a:ext cx="3978116" cy="725805"/>
          </a:xfrm>
          <a:prstGeom prst="rect">
            <a:avLst/>
          </a:prstGeom>
          <a:noFill/>
          <a:ln/>
        </p:spPr>
        <p:txBody>
          <a:bodyPr wrap="square" lIns="0" tIns="0" rIns="0" bIns="0" rtlCol="0" anchor="t"/>
          <a:lstStyle/>
          <a:p>
            <a:pPr marL="285750" indent="-285750" algn="l">
              <a:lnSpc>
                <a:spcPts val="2850"/>
              </a:lnSpc>
              <a:buFont typeface="Wingdings" panose="05000000000000000000" pitchFamily="2" charset="2"/>
              <a:buChar char="ü"/>
            </a:pPr>
            <a:r>
              <a:rPr lang="en-US" sz="1750" dirty="0">
                <a:solidFill>
                  <a:srgbClr val="CFCBBF"/>
                </a:solidFill>
                <a:latin typeface="Raleway" pitchFamily="34" charset="0"/>
                <a:ea typeface="Raleway" pitchFamily="34" charset="-122"/>
                <a:cs typeface="Raleway" pitchFamily="34" charset="-120"/>
              </a:rPr>
              <a:t>Inefficient matching of students to internships and jobs</a:t>
            </a:r>
            <a:endParaRPr lang="en-US" sz="1750" dirty="0"/>
          </a:p>
        </p:txBody>
      </p:sp>
      <p:sp>
        <p:nvSpPr>
          <p:cNvPr id="5" name="Text 3"/>
          <p:cNvSpPr/>
          <p:nvPr/>
        </p:nvSpPr>
        <p:spPr>
          <a:xfrm>
            <a:off x="793790" y="436006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2E782"/>
                </a:solidFill>
                <a:latin typeface="Prata" pitchFamily="34" charset="0"/>
                <a:ea typeface="Prata" pitchFamily="34" charset="-122"/>
                <a:cs typeface="Prata" pitchFamily="34" charset="-120"/>
              </a:rPr>
              <a:t>Context</a:t>
            </a:r>
            <a:endParaRPr lang="en-US" sz="2200" dirty="0"/>
          </a:p>
        </p:txBody>
      </p:sp>
      <p:sp>
        <p:nvSpPr>
          <p:cNvPr id="6" name="Text 4"/>
          <p:cNvSpPr/>
          <p:nvPr/>
        </p:nvSpPr>
        <p:spPr>
          <a:xfrm>
            <a:off x="793789" y="4941213"/>
            <a:ext cx="10870387" cy="1766411"/>
          </a:xfrm>
          <a:prstGeom prst="rect">
            <a:avLst/>
          </a:prstGeom>
          <a:noFill/>
          <a:ln/>
        </p:spPr>
        <p:txBody>
          <a:bodyPr wrap="none" lIns="0" tIns="0" rIns="0" bIns="0" rtlCol="0" anchor="t"/>
          <a:lstStyle/>
          <a:p>
            <a:pPr>
              <a:lnSpc>
                <a:spcPts val="2850"/>
              </a:lnSpc>
            </a:pPr>
            <a:r>
              <a:rPr lang="en-US" sz="1750" dirty="0">
                <a:solidFill>
                  <a:srgbClr val="CFCBBF"/>
                </a:solidFill>
                <a:latin typeface="Raleway" pitchFamily="34" charset="0"/>
              </a:rPr>
              <a:t>The problem discussed above will be used by;</a:t>
            </a:r>
          </a:p>
          <a:p>
            <a:pPr marL="285750" indent="-285750" algn="l">
              <a:lnSpc>
                <a:spcPts val="2850"/>
              </a:lnSpc>
              <a:buFont typeface="Arial" panose="020B0604020202020204" pitchFamily="34" charset="0"/>
              <a:buChar char="•"/>
            </a:pPr>
            <a:r>
              <a:rPr lang="en-US" sz="1750" dirty="0">
                <a:solidFill>
                  <a:srgbClr val="CFCBBF"/>
                </a:solidFill>
                <a:latin typeface="Raleway" pitchFamily="34" charset="0"/>
                <a:ea typeface="Raleway" pitchFamily="34" charset="-122"/>
                <a:cs typeface="Raleway" pitchFamily="34" charset="-120"/>
              </a:rPr>
              <a:t>University career services department</a:t>
            </a:r>
          </a:p>
          <a:p>
            <a:pPr marL="285750" indent="-285750">
              <a:lnSpc>
                <a:spcPts val="2850"/>
              </a:lnSpc>
              <a:buFont typeface="Arial" panose="020B0604020202020204" pitchFamily="34" charset="0"/>
              <a:buChar char="•"/>
            </a:pPr>
            <a:r>
              <a:rPr lang="en-US" sz="1750" dirty="0">
                <a:solidFill>
                  <a:srgbClr val="CFCBBF"/>
                </a:solidFill>
                <a:latin typeface="Raleway" pitchFamily="34" charset="0"/>
              </a:rPr>
              <a:t>Students - To apply for internships, jobs and track status</a:t>
            </a:r>
          </a:p>
          <a:p>
            <a:pPr marL="285750" indent="-285750">
              <a:lnSpc>
                <a:spcPts val="2850"/>
              </a:lnSpc>
              <a:buFont typeface="Arial" panose="020B0604020202020204" pitchFamily="34" charset="0"/>
              <a:buChar char="•"/>
            </a:pPr>
            <a:r>
              <a:rPr lang="en-US" sz="1750" dirty="0">
                <a:solidFill>
                  <a:srgbClr val="CFCBBF"/>
                </a:solidFill>
                <a:latin typeface="Raleway" pitchFamily="34" charset="0"/>
              </a:rPr>
              <a:t>Career Centers- To manage student profiles and track placement</a:t>
            </a:r>
          </a:p>
          <a:p>
            <a:pPr marL="285750" indent="-285750">
              <a:lnSpc>
                <a:spcPts val="2850"/>
              </a:lnSpc>
              <a:buFont typeface="Arial" panose="020B0604020202020204" pitchFamily="34" charset="0"/>
              <a:buChar char="•"/>
            </a:pPr>
            <a:r>
              <a:rPr lang="en-US" sz="1750" dirty="0">
                <a:solidFill>
                  <a:srgbClr val="CFCBBF"/>
                </a:solidFill>
                <a:latin typeface="Raleway" pitchFamily="34" charset="0"/>
              </a:rPr>
              <a:t>Companies- To post job openings and review applications</a:t>
            </a:r>
          </a:p>
          <a:p>
            <a:pPr marL="0" indent="0" algn="l">
              <a:lnSpc>
                <a:spcPts val="2850"/>
              </a:lnSpc>
              <a:buNone/>
            </a:pPr>
            <a:endParaRPr lang="en-US" sz="1750" dirty="0">
              <a:solidFill>
                <a:srgbClr val="CFCBBF"/>
              </a:solidFill>
              <a:latin typeface="Raleway" pitchFamily="34" charset="0"/>
            </a:endParaRPr>
          </a:p>
          <a:p>
            <a:pPr marL="0" indent="0" algn="l">
              <a:lnSpc>
                <a:spcPts val="2850"/>
              </a:lnSpc>
              <a:buNone/>
            </a:pPr>
            <a:endParaRPr lang="en-US" sz="1750" dirty="0">
              <a:solidFill>
                <a:srgbClr val="CFCBBF"/>
              </a:solidFill>
              <a:latin typeface="Raleway" pitchFamily="34" charset="0"/>
            </a:endParaRPr>
          </a:p>
          <a:p>
            <a:pPr marL="0" indent="0" algn="l">
              <a:lnSpc>
                <a:spcPts val="2850"/>
              </a:lnSpc>
              <a:buNone/>
            </a:pPr>
            <a:endParaRPr lang="en-US" sz="1750" dirty="0">
              <a:solidFill>
                <a:srgbClr val="CFCBBF"/>
              </a:solidFill>
              <a:latin typeface="Raleway" pitchFamily="34" charset="0"/>
            </a:endParaRPr>
          </a:p>
          <a:p>
            <a:pPr marL="0" indent="0" algn="l">
              <a:lnSpc>
                <a:spcPts val="2850"/>
              </a:lnSpc>
              <a:buNone/>
            </a:pPr>
            <a:endParaRPr lang="en-US" sz="1750" dirty="0">
              <a:solidFill>
                <a:srgbClr val="CFCBBF"/>
              </a:solidFill>
              <a:latin typeface="Raleway" pitchFamily="34" charset="0"/>
            </a:endParaRPr>
          </a:p>
          <a:p>
            <a:pPr marL="0" indent="0" algn="l">
              <a:lnSpc>
                <a:spcPts val="2850"/>
              </a:lnSpc>
              <a:buNone/>
            </a:pPr>
            <a:endParaRPr lang="en-US" sz="1750" dirty="0">
              <a:solidFill>
                <a:srgbClr val="CFCBBF"/>
              </a:solidFill>
              <a:latin typeface="Raleway" pitchFamily="34" charset="0"/>
            </a:endParaRPr>
          </a:p>
          <a:p>
            <a:pPr marL="0" indent="0" algn="l">
              <a:lnSpc>
                <a:spcPts val="2850"/>
              </a:lnSpc>
              <a:buNone/>
            </a:pPr>
            <a:endParaRPr lang="en-US" sz="1750" dirty="0"/>
          </a:p>
        </p:txBody>
      </p:sp>
      <p:sp>
        <p:nvSpPr>
          <p:cNvPr id="7" name="Text 5"/>
          <p:cNvSpPr/>
          <p:nvPr/>
        </p:nvSpPr>
        <p:spPr>
          <a:xfrm>
            <a:off x="793789" y="687478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2E782"/>
                </a:solidFill>
                <a:latin typeface="Prata" pitchFamily="34" charset="0"/>
                <a:ea typeface="Prata" pitchFamily="34" charset="-122"/>
                <a:cs typeface="Prata" pitchFamily="34" charset="-120"/>
              </a:rPr>
              <a:t>Target Users</a:t>
            </a:r>
            <a:endParaRPr lang="en-US" sz="2200" dirty="0"/>
          </a:p>
        </p:txBody>
      </p:sp>
      <p:sp>
        <p:nvSpPr>
          <p:cNvPr id="8" name="Text 6"/>
          <p:cNvSpPr/>
          <p:nvPr/>
        </p:nvSpPr>
        <p:spPr>
          <a:xfrm>
            <a:off x="793790" y="7396282"/>
            <a:ext cx="12509615" cy="362901"/>
          </a:xfrm>
          <a:prstGeom prst="rect">
            <a:avLst/>
          </a:prstGeom>
          <a:noFill/>
          <a:ln/>
        </p:spPr>
        <p:txBody>
          <a:bodyPr wrap="non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Students, alumni, employers, faculty</a:t>
            </a:r>
            <a:endParaRPr lang="en-US" sz="1750" b="1" dirty="0">
              <a:solidFill>
                <a:srgbClr val="CFCBBF"/>
              </a:solidFill>
              <a:latin typeface="Raleway" pitchFamily="34" charset="0"/>
            </a:endParaRPr>
          </a:p>
          <a:p>
            <a:pPr marL="0" indent="0" algn="l">
              <a:lnSpc>
                <a:spcPts val="2850"/>
              </a:lnSpc>
              <a:buNone/>
            </a:pPr>
            <a:endParaRPr lang="en-US" sz="1750" dirty="0"/>
          </a:p>
        </p:txBody>
      </p:sp>
      <p:pic>
        <p:nvPicPr>
          <p:cNvPr id="9" name="Image 0" descr="preencoded.png"/>
          <p:cNvPicPr>
            <a:picLocks noChangeAspect="1"/>
          </p:cNvPicPr>
          <p:nvPr/>
        </p:nvPicPr>
        <p:blipFill>
          <a:blip r:embed="rId3"/>
          <a:stretch>
            <a:fillRect/>
          </a:stretch>
        </p:blipFill>
        <p:spPr>
          <a:xfrm>
            <a:off x="9445082" y="4382370"/>
            <a:ext cx="5185318" cy="3842335"/>
          </a:xfrm>
          <a:prstGeom prst="rect">
            <a:avLst/>
          </a:prstGeom>
        </p:spPr>
      </p:pic>
      <p:sp>
        <p:nvSpPr>
          <p:cNvPr id="10" name="Text 7"/>
          <p:cNvSpPr/>
          <p:nvPr/>
        </p:nvSpPr>
        <p:spPr>
          <a:xfrm>
            <a:off x="10246558" y="172777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2E782"/>
                </a:solidFill>
                <a:latin typeface="Prata" pitchFamily="34" charset="0"/>
                <a:ea typeface="Prata" pitchFamily="34" charset="-122"/>
                <a:cs typeface="Prata" pitchFamily="34" charset="-120"/>
              </a:rPr>
              <a:t>Project Goals</a:t>
            </a:r>
            <a:endParaRPr lang="en-US" sz="2200" dirty="0"/>
          </a:p>
        </p:txBody>
      </p:sp>
      <p:sp>
        <p:nvSpPr>
          <p:cNvPr id="11" name="Text 8"/>
          <p:cNvSpPr/>
          <p:nvPr/>
        </p:nvSpPr>
        <p:spPr>
          <a:xfrm>
            <a:off x="9872067" y="2442602"/>
            <a:ext cx="39781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Automated matching process</a:t>
            </a:r>
            <a:endParaRPr lang="en-US" sz="1750" dirty="0"/>
          </a:p>
        </p:txBody>
      </p:sp>
      <p:sp>
        <p:nvSpPr>
          <p:cNvPr id="12" name="Text 9"/>
          <p:cNvSpPr/>
          <p:nvPr/>
        </p:nvSpPr>
        <p:spPr>
          <a:xfrm>
            <a:off x="9872067" y="2912804"/>
            <a:ext cx="39781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Improved placement rates</a:t>
            </a:r>
            <a:endParaRPr lang="en-US" sz="1750" dirty="0"/>
          </a:p>
        </p:txBody>
      </p:sp>
      <p:sp>
        <p:nvSpPr>
          <p:cNvPr id="13" name="Text 10"/>
          <p:cNvSpPr/>
          <p:nvPr/>
        </p:nvSpPr>
        <p:spPr>
          <a:xfrm>
            <a:off x="9872067" y="3409663"/>
            <a:ext cx="39781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Enhanced data security</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280190" y="70413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F2E782"/>
                </a:solidFill>
                <a:latin typeface="Prata" pitchFamily="34" charset="0"/>
                <a:ea typeface="Prata" pitchFamily="34" charset="-122"/>
                <a:cs typeface="Prata" pitchFamily="34" charset="-120"/>
              </a:rPr>
              <a:t>Database Entities &amp; Benefits</a:t>
            </a:r>
            <a:endParaRPr lang="en-US" sz="4450" dirty="0"/>
          </a:p>
        </p:txBody>
      </p:sp>
      <p:pic>
        <p:nvPicPr>
          <p:cNvPr id="4" name="Image 1" descr="preencoded.png"/>
          <p:cNvPicPr>
            <a:picLocks noChangeAspect="1"/>
          </p:cNvPicPr>
          <p:nvPr/>
        </p:nvPicPr>
        <p:blipFill>
          <a:blip r:embed="rId3"/>
          <a:stretch>
            <a:fillRect/>
          </a:stretch>
        </p:blipFill>
        <p:spPr>
          <a:xfrm>
            <a:off x="6280190" y="2461855"/>
            <a:ext cx="1134070" cy="1360884"/>
          </a:xfrm>
          <a:prstGeom prst="rect">
            <a:avLst/>
          </a:prstGeom>
        </p:spPr>
      </p:pic>
      <p:sp>
        <p:nvSpPr>
          <p:cNvPr id="5" name="Text 1"/>
          <p:cNvSpPr/>
          <p:nvPr/>
        </p:nvSpPr>
        <p:spPr>
          <a:xfrm>
            <a:off x="7754422" y="268866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Students</a:t>
            </a:r>
            <a:endParaRPr lang="en-US" sz="2200" dirty="0"/>
          </a:p>
        </p:txBody>
      </p:sp>
      <p:sp>
        <p:nvSpPr>
          <p:cNvPr id="6" name="Text 2"/>
          <p:cNvSpPr/>
          <p:nvPr/>
        </p:nvSpPr>
        <p:spPr>
          <a:xfrm>
            <a:off x="7754422" y="3179088"/>
            <a:ext cx="6082189" cy="362903"/>
          </a:xfrm>
          <a:prstGeom prst="rect">
            <a:avLst/>
          </a:prstGeom>
          <a:noFill/>
          <a:ln/>
        </p:spPr>
        <p:txBody>
          <a:bodyPr wrap="non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Profiles, resumes, preferences</a:t>
            </a:r>
            <a:endParaRPr lang="en-US" sz="1750" dirty="0"/>
          </a:p>
        </p:txBody>
      </p:sp>
      <p:pic>
        <p:nvPicPr>
          <p:cNvPr id="7" name="Image 2" descr="preencoded.png"/>
          <p:cNvPicPr>
            <a:picLocks noChangeAspect="1"/>
          </p:cNvPicPr>
          <p:nvPr/>
        </p:nvPicPr>
        <p:blipFill>
          <a:blip r:embed="rId4"/>
          <a:stretch>
            <a:fillRect/>
          </a:stretch>
        </p:blipFill>
        <p:spPr>
          <a:xfrm>
            <a:off x="6280190" y="3822740"/>
            <a:ext cx="1134070" cy="1360884"/>
          </a:xfrm>
          <a:prstGeom prst="rect">
            <a:avLst/>
          </a:prstGeom>
        </p:spPr>
      </p:pic>
      <p:sp>
        <p:nvSpPr>
          <p:cNvPr id="8" name="Text 3"/>
          <p:cNvSpPr/>
          <p:nvPr/>
        </p:nvSpPr>
        <p:spPr>
          <a:xfrm>
            <a:off x="7754422" y="404955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Employers</a:t>
            </a:r>
            <a:endParaRPr lang="en-US" sz="2200" dirty="0"/>
          </a:p>
        </p:txBody>
      </p:sp>
      <p:sp>
        <p:nvSpPr>
          <p:cNvPr id="9" name="Text 4"/>
          <p:cNvSpPr/>
          <p:nvPr/>
        </p:nvSpPr>
        <p:spPr>
          <a:xfrm>
            <a:off x="7754422" y="4539972"/>
            <a:ext cx="6082189" cy="362903"/>
          </a:xfrm>
          <a:prstGeom prst="rect">
            <a:avLst/>
          </a:prstGeom>
          <a:noFill/>
          <a:ln/>
        </p:spPr>
        <p:txBody>
          <a:bodyPr wrap="non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Job postings, requirements</a:t>
            </a:r>
            <a:endParaRPr lang="en-US" sz="1750" dirty="0"/>
          </a:p>
        </p:txBody>
      </p:sp>
      <p:pic>
        <p:nvPicPr>
          <p:cNvPr id="10" name="Image 3" descr="preencoded.png"/>
          <p:cNvPicPr>
            <a:picLocks noChangeAspect="1"/>
          </p:cNvPicPr>
          <p:nvPr/>
        </p:nvPicPr>
        <p:blipFill>
          <a:blip r:embed="rId5"/>
          <a:stretch>
            <a:fillRect/>
          </a:stretch>
        </p:blipFill>
        <p:spPr>
          <a:xfrm>
            <a:off x="6280190" y="5183624"/>
            <a:ext cx="1134070" cy="1360884"/>
          </a:xfrm>
          <a:prstGeom prst="rect">
            <a:avLst/>
          </a:prstGeom>
        </p:spPr>
      </p:pic>
      <p:sp>
        <p:nvSpPr>
          <p:cNvPr id="11" name="Text 5"/>
          <p:cNvSpPr/>
          <p:nvPr/>
        </p:nvSpPr>
        <p:spPr>
          <a:xfrm>
            <a:off x="7754422" y="54104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CBBF"/>
                </a:solidFill>
                <a:latin typeface="Prata" pitchFamily="34" charset="0"/>
                <a:ea typeface="Prata" pitchFamily="34" charset="-122"/>
                <a:cs typeface="Prata" pitchFamily="34" charset="-120"/>
              </a:rPr>
              <a:t>Matching</a:t>
            </a:r>
            <a:endParaRPr lang="en-US" sz="2200" dirty="0"/>
          </a:p>
        </p:txBody>
      </p:sp>
      <p:sp>
        <p:nvSpPr>
          <p:cNvPr id="12" name="Text 6"/>
          <p:cNvSpPr/>
          <p:nvPr/>
        </p:nvSpPr>
        <p:spPr>
          <a:xfrm>
            <a:off x="7754422" y="5900857"/>
            <a:ext cx="6082189" cy="362903"/>
          </a:xfrm>
          <a:prstGeom prst="rect">
            <a:avLst/>
          </a:prstGeom>
          <a:noFill/>
          <a:ln/>
        </p:spPr>
        <p:txBody>
          <a:bodyPr wrap="non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Algorithm-driven connections</a:t>
            </a:r>
            <a:endParaRPr lang="en-US" sz="1750" dirty="0"/>
          </a:p>
        </p:txBody>
      </p:sp>
      <p:sp>
        <p:nvSpPr>
          <p:cNvPr id="13" name="Text 7"/>
          <p:cNvSpPr/>
          <p:nvPr/>
        </p:nvSpPr>
        <p:spPr>
          <a:xfrm>
            <a:off x="6280190" y="6799659"/>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CFCBBF"/>
                </a:solidFill>
                <a:latin typeface="Raleway" pitchFamily="34" charset="0"/>
                <a:ea typeface="Raleway" pitchFamily="34" charset="-122"/>
                <a:cs typeface="Raleway" pitchFamily="34" charset="-120"/>
              </a:rPr>
              <a:t> Expected Benefits : Increased efficiency, better job matches, data-driven insights, enhanced student career development.</a:t>
            </a:r>
            <a:endParaRPr lang="en-US" sz="1750" dirty="0"/>
          </a:p>
        </p:txBody>
      </p:sp>
      <p:pic>
        <p:nvPicPr>
          <p:cNvPr id="16" name="Picture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6200078" cy="8229600"/>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TM03457485[[fn=Mesh]]</Template>
  <TotalTime>363</TotalTime>
  <Words>176</Words>
  <Application>Microsoft Office PowerPoint</Application>
  <PresentationFormat>Custom</PresentationFormat>
  <Paragraphs>38</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Century Gothic</vt:lpstr>
      <vt:lpstr>Prata</vt:lpstr>
      <vt:lpstr>Wingdings</vt:lpstr>
      <vt:lpstr>Raleway</vt:lpstr>
      <vt:lpstr>Arial</vt:lpstr>
      <vt:lpstr>Mesh</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Mutoni Patience</cp:lastModifiedBy>
  <cp:revision>14</cp:revision>
  <dcterms:created xsi:type="dcterms:W3CDTF">2025-03-26T13:51:20Z</dcterms:created>
  <dcterms:modified xsi:type="dcterms:W3CDTF">2025-12-09T12:39:59Z</dcterms:modified>
</cp:coreProperties>
</file>