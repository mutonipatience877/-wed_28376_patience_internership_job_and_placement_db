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6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728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1230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8499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3428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3840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4617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92019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55940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293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1959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3382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3128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5652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363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4377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492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882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7617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108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453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194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Internship &amp; Job Placement System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1771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This project delivers a university internship and job placement system.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7952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It follows MIS best practices across three phases.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3790" y="5430203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10" y="5437822"/>
            <a:ext cx="347663" cy="347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0040" y="5413296"/>
            <a:ext cx="213193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BFBFBF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by Mutoni Patience</a:t>
            </a:r>
          </a:p>
          <a:p>
            <a:pPr marL="0" indent="0" algn="l">
              <a:lnSpc>
                <a:spcPts val="310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25560"/>
            <a:ext cx="71286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Phase I: Problem Definition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2674501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901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Core Problem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07004" y="3391733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Manual matching causes missed opportunities and low efficiency.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171867" y="2674501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2901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Stakeholders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98681" y="3391733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Students, career services, employers, and university leadership.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80190" y="4934069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1608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Goals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07004" y="565130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Automate matching, improve placements, and provide data insights.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07" y="2867263"/>
            <a:ext cx="4919186" cy="24949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149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Phase II: Business Process Model (BPMN)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34726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7017306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Process Mapping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17306" y="404098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Swimlanes cover Student, MIS System, Career Services, Employer.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200203" y="34726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10937319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Key Features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937319" y="404098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Tasks, decisions, and message flows automate matching and notifications.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80190" y="55833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1" name="Text 8"/>
          <p:cNvSpPr/>
          <p:nvPr/>
        </p:nvSpPr>
        <p:spPr>
          <a:xfrm>
            <a:off x="7017306" y="56611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Outcome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017306" y="615160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Real-time status updates and streamlined application processes.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5652"/>
            <a:ext cx="80601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Phase III: Logical Model Design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0000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ER Diagram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58116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Entities: STUDENT, EMPLOYER, JOB_POSTING, APPLICATION, INTERVIEW, OFFER.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32928" y="40000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Data Integrity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32928" y="4581168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Primary keys, foreign keys, and constraints enforce business rules.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72067" y="40000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Scalability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2067" y="4581168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Supports multiple interviews and single-offer enforcement.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99680"/>
            <a:ext cx="92944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PL/SQL Implementation Snapshots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63" y="3362087"/>
            <a:ext cx="1524000" cy="9419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41151" y="3362087"/>
            <a:ext cx="13608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Tables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541151" y="3852505"/>
            <a:ext cx="136088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Job posting and employer tables with keys and references.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151" y="3362087"/>
            <a:ext cx="1524000" cy="9419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72639" y="3362087"/>
            <a:ext cx="13608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Sequences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872639" y="4206835"/>
            <a:ext cx="136088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Auto-incrementing IDs for students and jobs.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758" y="3362087"/>
            <a:ext cx="1524000" cy="9419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04246" y="3362087"/>
            <a:ext cx="13608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Procedures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204246" y="4206835"/>
            <a:ext cx="136088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Example: Add student procedure for inserting records.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365" y="3362087"/>
            <a:ext cx="1524000" cy="9419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535853" y="3362087"/>
            <a:ext cx="13608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Functions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2535853" y="3852505"/>
            <a:ext cx="13608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Retrieve student email by ID.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180" y="532805"/>
            <a:ext cx="6236018" cy="605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EFEFE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Additional PL/SQL Features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" y="1525786"/>
            <a:ext cx="3136821" cy="19386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8180" y="3706654"/>
            <a:ext cx="242208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Packages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78180" y="4125516"/>
            <a:ext cx="3136821" cy="61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Grouped procedures and functions for modular code.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174" y="1525786"/>
            <a:ext cx="3136940" cy="19386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57174" y="3706654"/>
            <a:ext cx="242208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Package Testing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057174" y="4125516"/>
            <a:ext cx="3136940" cy="61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Sample test adding a student and fetching email.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287" y="1525786"/>
            <a:ext cx="3136821" cy="19386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36287" y="3706654"/>
            <a:ext cx="242208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Triggers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436287" y="4125516"/>
            <a:ext cx="3136821" cy="61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Auto-lowercase emails before insert.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280" y="1525786"/>
            <a:ext cx="3136940" cy="19386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15280" y="3706654"/>
            <a:ext cx="242208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Window Functions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0815280" y="4125516"/>
            <a:ext cx="3136940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Ranking students by GPA.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" y="5132784"/>
            <a:ext cx="3136821" cy="193869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8180" y="7313652"/>
            <a:ext cx="242208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Window Functions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678180" y="7732514"/>
            <a:ext cx="3136821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Counting jobs per employer.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4023" y="737711"/>
            <a:ext cx="6804779" cy="67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FEFEFE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How to Use This Repository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23" y="1734145"/>
            <a:ext cx="1077278" cy="12926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436" y="1949529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Clone Repo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154436" y="2415302"/>
            <a:ext cx="623554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Download the private repository to your local machine.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023" y="3026807"/>
            <a:ext cx="1077278" cy="12926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436" y="3242191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Review Files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2154436" y="3707963"/>
            <a:ext cx="623554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Read markdown files for narratives, diagrams, and models.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023" y="4319468"/>
            <a:ext cx="1077278" cy="12926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436" y="4534853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View Images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154436" y="5000625"/>
            <a:ext cx="623554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Open images folder for diagrams and code snapshots.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023" y="5612130"/>
            <a:ext cx="1077278" cy="12926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154436" y="5827514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Share &amp; Document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2154436" y="6293287"/>
            <a:ext cx="623554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Use as documentation or share with stakeholders.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754023" y="7147084"/>
            <a:ext cx="763595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All diagrams were created in draw.io and exported as PNG.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317</Words>
  <Application>Microsoft Office PowerPoint</Application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Mutoni Patience</cp:lastModifiedBy>
  <cp:revision>5</cp:revision>
  <dcterms:created xsi:type="dcterms:W3CDTF">2025-05-23T17:04:29Z</dcterms:created>
  <dcterms:modified xsi:type="dcterms:W3CDTF">2025-12-09T12:53:14Z</dcterms:modified>
</cp:coreProperties>
</file>